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802d05321c495a" /><Relationship Type="http://schemas.openxmlformats.org/officeDocument/2006/relationships/extended-properties" Target="/docProps/app.xml" Id="Rf9e87793961d456d" /><Relationship Type="http://schemas.openxmlformats.org/officeDocument/2006/relationships/officeDocument" Target="/ppt/presentation.xml" Id="R9fcfd9aceea44f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ed5755c57314d0e"/>
  </p:sldMasterIdLst>
  <p:notesMasterIdLst>
    <p:notesMasterId xmlns:r="http://schemas.openxmlformats.org/officeDocument/2006/relationships" r:id="R1ba15d384842425d"/>
  </p:notesMasterIdLst>
  <p:sldIdLst>
    <p:sldId xmlns:r="http://schemas.openxmlformats.org/officeDocument/2006/relationships" id="256" r:id="R9ec6905dd74a49d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2ba0ff727c4b68" /><Relationship Type="http://schemas.openxmlformats.org/officeDocument/2006/relationships/slideMaster" Target="/ppt/slideMasters/slideMaster1.xml" Id="R3ed5755c57314d0e" /><Relationship Type="http://schemas.openxmlformats.org/officeDocument/2006/relationships/notesMaster" Target="/ppt/notesMasters/notesMaster1.xml" Id="R1ba15d384842425d" /><Relationship Type="http://schemas.openxmlformats.org/officeDocument/2006/relationships/presProps" Target="/ppt/presProps.xml" Id="R84dcdaa0cd644d7b" /><Relationship Type="http://schemas.openxmlformats.org/officeDocument/2006/relationships/tableStyles" Target="/ppt/tableStyles.xml" Id="R44df91007dbb4504" /><Relationship Type="http://schemas.openxmlformats.org/officeDocument/2006/relationships/slide" Target="/ppt/slides/slide1.xml" Id="R9ec6905dd74a49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77c3e4627141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7e5bbedc244a39" /><Relationship Type="http://schemas.openxmlformats.org/officeDocument/2006/relationships/notesMaster" Target="/ppt/notesMasters/notesMaster1.xml" Id="Rb44ffb90368d4f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e98d6947a74f5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d236538bc044ede" /><Relationship Type="http://schemas.openxmlformats.org/officeDocument/2006/relationships/slideLayout" Target="/ppt/slideLayouts/slideLayout1.xml" Id="R3776b73d10d242f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776b73d10d242f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91d74dce5b48eb" /><Relationship Type="http://schemas.openxmlformats.org/officeDocument/2006/relationships/notesSlide" Target="/ppt/notesSlides/notesSlide1.xml" Id="R5502b6628e334b3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1EDBA2-B9FF-4E23-8691-9EEEDE51B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04900"/>
            <a:ext cx="7620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20618"/>
                </a:solidFill>
              </a:defRPr>
            </a:pPr>
            <a:r>
              <a:rPr sz="3600" b="1">
                <a:solidFill>
                  <a:srgbClr val="020618"/>
                </a:solidFill>
              </a:rPr>
              <a:t>市场调研模板 · 虚构样例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BF4C74-F31B-4BA7-A23F-DAC01331B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5556C"/>
                </a:solidFill>
              </a:defRPr>
            </a:pPr>
            <a:r>
              <a:rPr sz="1650">
                <a:solidFill>
                  <a:srgbClr val="45556C"/>
                </a:solidFill>
              </a:rPr>
              <a:t>用于验证模板包解析与可编辑 PPTX 容器。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0EDF7C-E5E7-413C-9A1D-B0D704AE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009650"/>
            <a:ext cx="2400300" cy="2400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D492"/>
          </a:solidFill>
          <a:ln xmlns:a="http://schemas.openxmlformats.org/drawingml/2006/main" w="9525">
            <a:solidFill>
              <a:srgbClr val="00D49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D85743-AB0F-466B-9B5B-4E3C391A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8858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14158"/>
                </a:solidFill>
              </a:defRPr>
            </a:pPr>
            <a:r>
              <a:rPr sz="1650">
                <a:solidFill>
                  <a:srgbClr val="314158"/>
                </a:solidFill>
              </a:rPr>
              <a:t>保持：字体、配色、页眉页脚    可变：封面图、正文配图、页面模块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AA4D6C-B926-4330-89EE-98B5CBC29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0960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90A1B9"/>
                </a:solidFill>
              </a:defRPr>
            </a:pPr>
            <a:r>
              <a:rPr sz="900">
                <a:solidFill>
                  <a:srgbClr val="90A1B9"/>
                </a:solidFill>
              </a:rPr>
              <a:t>PPT Template Studio fixture</a:t>
            </a:r>
          </a:p>
        </p:txBody>
      </p:sp>
    </p:spTree>
    <p:extLst>
      <p:ext uri="{BB962C8B-B14F-4D97-AF65-F5344CB8AC3E}">
        <p14:creationId xmlns:p14="http://schemas.microsoft.com/office/powerpoint/2010/main" val="110536933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2026-09-02T01:06:18.3700000Z</dcterms:created>
  <dcterms:modified xsi:type="dcterms:W3CDTF">2026-09-02T01:06:18.3710000Z</dcterms:modified>
</coreProperties>
</file>